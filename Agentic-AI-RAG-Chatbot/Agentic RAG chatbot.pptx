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Sora Light" panose="020B0604020202020204" charset="0"/>
      <p:regular r:id="rId9"/>
    </p:embeddedFont>
    <p:embeddedFont>
      <p:font typeface="Sora Semi 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066217"/>
            <a:ext cx="7627382" cy="14254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IN" alt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Agentic RAG</a:t>
            </a: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 Chatbot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022804"/>
            <a:ext cx="76273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Empowering users to interact with their documents like never before.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50125"/>
            <a:ext cx="8568809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Bridging the Information Gap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204329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777139"/>
            <a:ext cx="629257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Users struggle to extract precise information from lengthy documents, leading to time-consuming manual searches and inefficient data retrieval.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5012174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Difficulty in pinpointing specific answers.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434608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Lack of immediate source verification.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204329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3777139"/>
            <a:ext cx="6292572" cy="1040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AI-powered chatbot that enables natural language querying of uploaded documents, delivering accurate answers with direct source references.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5012174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Retrieval-Augmented Generation (RAG) approach.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5434608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Answers grounded strictly in document content.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7139" y="5857042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Intuitive, animated user interface.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5909" y="882253"/>
            <a:ext cx="7710845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Agent-Based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415909" y="1919883"/>
            <a:ext cx="945618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Leveraging LangChain for modular and efficient processing.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909" y="2510314"/>
            <a:ext cx="1083231" cy="1299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714" y="2726888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Ingestion Agent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715714" y="3213021"/>
            <a:ext cx="815637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Responsible for parsing and preparing documents.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909" y="3810238"/>
            <a:ext cx="1083231" cy="1299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15714" y="402681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Retrieval Agent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5715714" y="4512945"/>
            <a:ext cx="815637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Identifies and extracts relevant document chunks.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909" y="5110163"/>
            <a:ext cx="1083231" cy="1299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15714" y="5326737"/>
            <a:ext cx="3053596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LLM Response Agent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5715714" y="5812869"/>
            <a:ext cx="8156377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answers based on retrieved content.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4415909" y="6653808"/>
            <a:ext cx="94561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modular design, enhanced with Message Passing (MCP) for seamless communication, ensures robust and scalable performance.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159" y="552688"/>
            <a:ext cx="9341644" cy="6590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The Engine Behind the Intelligence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01159" y="1712357"/>
            <a:ext cx="2635925" cy="3294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Tech stacks used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01159" y="2242066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Frontend: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HTML, CSS (animated), JS, Jinja (Flask)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1159" y="2632591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Backend: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Python, Flask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1159" y="3023116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LangChain + GPT-3.5 via OpenAI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1159" y="3413641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Vector Store: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FAISS + OpenAIEmbeddings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1159" y="3804166"/>
            <a:ext cx="6369725" cy="6410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SzPct val="100000"/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Document Parsing:</a:t>
            </a: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PyMuPDF, pdf2image, pytesseract, docx2txt, unstructured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7136" y="1692354"/>
            <a:ext cx="6369725" cy="320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System flow diagram</a:t>
            </a:r>
            <a:endParaRPr lang="en-US" sz="15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136" y="2238137"/>
            <a:ext cx="5213390" cy="52133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570" y="589717"/>
            <a:ext cx="11024711" cy="705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Seamless Workflow &amp; Output Example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50570" y="1831300"/>
            <a:ext cx="2822019" cy="352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User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0570" y="2398395"/>
            <a:ext cx="6303050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Upload scanned or digital file.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0570" y="2816423"/>
            <a:ext cx="6303050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Ask a question about the document.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0570" y="3234452"/>
            <a:ext cx="6303050" cy="6860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LangChain parses, indexes, and retrieves relevant chunks.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0570" y="3995499"/>
            <a:ext cx="6303050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LLM generates an answer, showing source chunks.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0570" y="4413528"/>
            <a:ext cx="6303050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Final response displayed on the same page.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84400" y="1831300"/>
            <a:ext cx="2904173" cy="352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Example Interaction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06107" y="2425184"/>
            <a:ext cx="5981343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Question: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What is the name of the team?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906107" y="2961203"/>
            <a:ext cx="5981343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Answer: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The name of the team is Content2Cart.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906107" y="3497223"/>
            <a:ext cx="5981343" cy="3430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Source:</a:t>
            </a:r>
            <a:r>
              <a:rPr lang="en-US" sz="1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From uploaded file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584400" y="2425184"/>
            <a:ext cx="30480" cy="1415058"/>
          </a:xfrm>
          <a:prstGeom prst="rect">
            <a:avLst/>
          </a:prstGeom>
          <a:solidFill>
            <a:srgbClr val="DA1B2E"/>
          </a:solidFill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400" y="4081463"/>
            <a:ext cx="6303050" cy="33585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95318"/>
            <a:ext cx="9797891" cy="7127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Next Steps &amp; Acknowledgements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849523"/>
            <a:ext cx="3161109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422333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Web deployment for broader accessibility.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844766"/>
            <a:ext cx="629257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Integration of history/memory support for continuous conversations.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613910"/>
            <a:ext cx="629257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Upgrade to GPT-4 for even smarter and more nuanced answers.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2849523"/>
            <a:ext cx="2850713" cy="356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3422333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3844766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  <a:sym typeface="+mn-ea"/>
              </a:rPr>
              <a:t>Powered by: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  <a:sym typeface="+mn-ea"/>
              </a:rPr>
              <a:t> OpenAI + LangChain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7139" y="4267200"/>
            <a:ext cx="6292572" cy="346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SzPct val="100000"/>
              <a:buNone/>
            </a:pP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58309" y="5940862"/>
            <a:ext cx="13113782" cy="693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00" dirty="0">
              <a:solidFill>
                <a:srgbClr val="3B3535"/>
              </a:solidFill>
              <a:latin typeface="Sora Light" pitchFamily="34" charset="0"/>
              <a:ea typeface="Sora Light" pitchFamily="34" charset="-122"/>
              <a:cs typeface="Sora Light" pitchFamily="34" charset="-120"/>
            </a:endParaRPr>
          </a:p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Thank you for your time.</a:t>
            </a:r>
          </a:p>
          <a:p>
            <a:pPr marL="0" indent="0" algn="ctr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Custom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Sora Semi Bold</vt:lpstr>
      <vt:lpstr>Sora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vamsi krishna</cp:lastModifiedBy>
  <cp:revision>5</cp:revision>
  <dcterms:created xsi:type="dcterms:W3CDTF">2025-07-04T17:49:00Z</dcterms:created>
  <dcterms:modified xsi:type="dcterms:W3CDTF">2026-08-11T10:12:10Z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8D989EAD23AF4914B73D118BE9C35D6E_12</vt:lpwstr>
  </property>
  <property fmtid="{D5CDD505-2E9C-101B-9397-08002B2CF9AE}" pid="3" name="KSOProductBuildVer">
    <vt:lpwstr>2057-12.2.0.21602</vt:lpwstr>
  </property>
</Properties>
</file>